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18" autoAdjust="0"/>
    <p:restoredTop sz="94660"/>
  </p:normalViewPr>
  <p:slideViewPr>
    <p:cSldViewPr snapToGrid="0">
      <p:cViewPr varScale="1">
        <p:scale>
          <a:sx n="82" d="100"/>
          <a:sy n="82" d="100"/>
        </p:scale>
        <p:origin x="114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5BF28-2109-460B-9D55-5B11B028D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38A76-3EF6-4525-89F5-81735902AF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8A4E9-C7A3-4414-A3DF-8695A147D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BE40-8D36-4B09-8045-D594F4ED835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34AFB-A635-48F6-88AF-C77A4DCEB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489AE-FB24-4B85-AD0F-526F34D45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51538-321B-45D6-ACD6-E164EB5F0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43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B03EC-9046-4AC6-A4CA-AF8D61058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92ECB-E660-4AB3-943E-CD298734F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2BE5D-8C3D-4F3B-8107-540A4288F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BE40-8D36-4B09-8045-D594F4ED835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2D440-1D08-4E78-AC5E-4FDEDE505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0DE3E-F091-4B14-96DF-36648F6F6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51538-321B-45D6-ACD6-E164EB5F0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099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E4867-215B-460D-93E8-D848869BA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A09C9-D391-4FE2-BA35-13FC9AA35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51F07-C7E9-4DC1-8B39-28B546A74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BE40-8D36-4B09-8045-D594F4ED835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F8242-19F8-4EAB-99FC-1A63F36C8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85500-2C38-4520-98A5-4CF18EB41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51538-321B-45D6-ACD6-E164EB5F0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277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1FDA6-7F5A-43EE-A847-F96512F5D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14856-065A-4F39-B8B9-342938B3DC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D9BCA-0700-48F7-879B-CCB080F4A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A90AC-54C1-46B4-A590-73B62FBB1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BE40-8D36-4B09-8045-D594F4ED835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C7FCBD-1714-4F97-9176-C279C6450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D8FD9-4F5D-4A4C-8B99-D8A3FE0F0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51538-321B-45D6-ACD6-E164EB5F0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82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8DC94-0BB6-4888-80F7-D30F3B4E8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FBBF0-4CDE-4BBA-9F70-B8317BFAE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63D2F-5DA4-40E5-834D-62431EAE9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49EC43-21D3-4287-89C5-B37341F0C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0604FB-3996-4126-A4BB-196B400EB0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931036-352B-4421-91C9-C9EB5DC37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BE40-8D36-4B09-8045-D594F4ED835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D50A28-8841-4BD0-8056-AB6FFBFCD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BD8DAD-FEFD-4D40-873F-02FC47148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51538-321B-45D6-ACD6-E164EB5F0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450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6646B-4253-43C8-882C-C4A029F88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BE2838-0FE9-43FC-A548-7EACEB2F0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BE40-8D36-4B09-8045-D594F4ED835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111751-7522-4312-A645-1464D32EC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5F1A25-D56B-4203-A482-9A88CA479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51538-321B-45D6-ACD6-E164EB5F0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284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51F12D-1DE7-4428-8B33-054D7036E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BE40-8D36-4B09-8045-D594F4ED835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DE2E49-A187-49E8-BD4D-870110BF7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A6D9C-3B87-453C-865F-0ED479207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51538-321B-45D6-ACD6-E164EB5F0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839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FB8EB-3B01-485E-90EE-BB16272E5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D8EEB-4FC7-4384-BB7B-88C7BE5BA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EC30A0-B25B-45C3-82AA-325DB7D16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E40E5-3099-4F7E-B4F8-F01F54EE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BE40-8D36-4B09-8045-D594F4ED835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2D227-389B-4052-837E-321C9BA0F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6683E-5BCA-47AC-BD60-694C1E0D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51538-321B-45D6-ACD6-E164EB5F0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940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4AE6C-651E-41F1-BC2E-7EDCB819C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29BA97-2B0A-487F-B2A3-D69E22D116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C4208-B5E8-44AC-9C65-1F6A9B907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FCF95-66BE-41F0-8283-1991141C4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BE40-8D36-4B09-8045-D594F4ED835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46A04-BF3D-4ED8-BA05-6A6DED3E3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3B4FE-A787-451A-A6F8-DFE5ACB94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51538-321B-45D6-ACD6-E164EB5F0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965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6A8A3-803C-4B1A-B1F6-67C7B69C6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DAD760-2C8F-47C7-BD5F-F87019C62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E53AD-8C5D-4C7C-99EC-69E4CCE49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BE40-8D36-4B09-8045-D594F4ED835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40F67-F861-4943-A395-B94DFE542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299DC-8D3B-4CEB-A454-9F03927F1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51538-321B-45D6-ACD6-E164EB5F0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201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08063A-F88A-4C75-9B6D-2694A14A1A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05BEC-62F0-44DE-98ED-D4C776213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44DDB-BE3D-414D-875D-11DFAA6B1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BE40-8D36-4B09-8045-D594F4ED835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810DB-0671-4CE3-9D54-782C20D4E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A6962-FFA2-4596-9CE0-57A845AA8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51538-321B-45D6-ACD6-E164EB5F0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285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96E7BC-C4DA-4D0B-8237-48138917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CCEFF-3BC5-4F96-BD42-19B45DB1F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910E5-41C0-4848-AFEB-DFB65D5A83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2BE40-8D36-4B09-8045-D594F4ED835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6EF53-C4E6-47E1-8B4D-92C039DFC6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480E1-3682-4426-8836-D5B8A39E5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51538-321B-45D6-ACD6-E164EB5F0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960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F6AA25-8FC5-4BB2-977A-43B57EB70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352" y="607421"/>
            <a:ext cx="6401693" cy="31151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9FFCF9-95F0-4813-BE6E-D0B224671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773" y="3722531"/>
            <a:ext cx="6430272" cy="32198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2E440A7-2ABE-48D9-A783-7931B4E3C9BB}"/>
              </a:ext>
            </a:extLst>
          </p:cNvPr>
          <p:cNvSpPr/>
          <p:nvPr/>
        </p:nvSpPr>
        <p:spPr>
          <a:xfrm>
            <a:off x="3778624" y="107576"/>
            <a:ext cx="2729752" cy="3361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Ping Command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8748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883278-F1B8-4780-B5FF-9700E649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79" y="1023602"/>
            <a:ext cx="7468642" cy="481079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5BA796C-4FDE-4455-96FA-4028311DE6E3}"/>
              </a:ext>
            </a:extLst>
          </p:cNvPr>
          <p:cNvSpPr/>
          <p:nvPr/>
        </p:nvSpPr>
        <p:spPr>
          <a:xfrm>
            <a:off x="4276165" y="295835"/>
            <a:ext cx="2218764" cy="349624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Folder Sharing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0924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ECF79B-A6EB-474A-803F-DFA3192E8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811" y="1085523"/>
            <a:ext cx="6468378" cy="46869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AF014E-8D41-4B95-8655-F33687B41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577" y="623756"/>
            <a:ext cx="9097645" cy="59063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2EBF9E8-6644-4C99-A55C-0E6F28D4AA93}"/>
              </a:ext>
            </a:extLst>
          </p:cNvPr>
          <p:cNvSpPr/>
          <p:nvPr/>
        </p:nvSpPr>
        <p:spPr>
          <a:xfrm>
            <a:off x="4141695" y="94128"/>
            <a:ext cx="2891117" cy="381709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RDP Connection Enable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9582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Asif</dc:creator>
  <cp:lastModifiedBy>ITSUPPORTU3</cp:lastModifiedBy>
  <cp:revision>4</cp:revision>
  <dcterms:created xsi:type="dcterms:W3CDTF">2026-10-14T16:31:36Z</dcterms:created>
  <dcterms:modified xsi:type="dcterms:W3CDTF">2026-10-15T06:25:35Z</dcterms:modified>
</cp:coreProperties>
</file>